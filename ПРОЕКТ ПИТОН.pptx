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41C25C-6120-44E0-9927-137586509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4D78E5-5277-4AC5-9B51-6AE3D3088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2D2784-58F4-4372-AC8E-E8F71614C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768D5D-0B9C-444E-A6B6-372BC42C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6E5AE5-616C-472C-A43C-436A72E0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10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0DE1E-B456-4A43-AC6A-5087D1E6A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B1F384-6967-42BE-98E5-0B6EA92CD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17F9CB-DC22-45FE-A58A-E0446467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007300-1CAD-4C20-A85B-3B16ED9C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59FDBB-5858-45EB-9E16-DD180B74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76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1FB75-EAB4-435B-A3CA-D32AE0B1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D03483-81D8-4302-A8B3-AAE4F9D91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2C60DF-2706-488A-891F-F8EAC0D9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F2CD5A-214A-432E-B272-2CBD09949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5F708B-E858-4337-8D6B-2FE75C29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21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E8675-464E-4A79-BACF-F961EE67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0BABDA-65F4-4097-A191-4CAEFC7FE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2724AE-0C99-4C00-8D7F-419B5A729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95520C-C6D8-4CBE-B592-A18DFFF09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7000ED-03EF-4FF2-82BC-E13A72D73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A9FE97-ED81-4479-8E80-F07F0FE6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85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40FFD-2BC3-4F0C-B9A4-EBD2808A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32F549-FF7F-4A3E-B9CF-39AFE68EE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C8078F-C49F-4048-99FD-66DA036E4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897646F-0DAA-4B44-9DA9-D71D995B2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E9C97F-C0E9-4A32-B121-E50ED4145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65F1701-E1D7-4062-8C30-0290CA3C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095A14D-E2F7-439F-9019-95BEBAFA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B6A0AF-62A2-4B9E-B4EA-0CA76E373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11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0D161-ED7D-45A1-8761-AF3E4AE57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AA1520-8202-4D96-AB89-401EDA0A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E41591-258B-484D-A0BD-C552A9DB4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485C1C-0882-4B5D-8D78-624B14FA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48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4257A3-5EFC-4471-97CE-11E23C2A4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EDD0E38-96CC-4A5A-87D7-F05984C6F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7E295-ADE7-45EA-B1DA-6B8633D52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02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5C6DF5-77B6-441F-BE28-2F9164C7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52E894-1784-49B9-8861-1D987180E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086CDF-B515-4A72-B676-BB34F32FD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25B62F-8DFB-4409-AB58-9C061132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B37EE5-9BC7-4B62-AD3B-6208DA21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A8AD6A-17B4-4B77-AC60-78BD88F9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94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4E624-1DA6-43ED-A178-A84906F3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525272E-9360-47AB-8223-451B3F6479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5D00D6-B2EB-4314-BAE1-792F01DA7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3DFFD4-2A6A-424F-85A2-B88B902F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D5AB98-EA9A-4E57-B9D6-B0F92358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272CEB-6774-4BD8-AC86-CD3C3249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63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19B68-FB53-4F6B-A139-0316B5073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D9B64C-ED18-4881-A06E-64B5D2717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22A46F-3596-44A4-BDA6-34CF3F9B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ACFC83-23A5-4288-84AB-027803A2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529554-B3A1-4405-A40E-35C9FE93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28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1D7574D-E211-4256-B555-D78008635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17DAA2-A8BE-44A7-A88E-74A9C19F1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154507-DAB4-474C-86D7-D2A8C2C40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F9490B-EB35-4139-B873-D404D02E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D04649-6B40-4D6A-9BEB-F8BA8076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45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6874B-7B4E-4C2A-A0BD-16773855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01872C-B8BF-4057-9CC6-13E5037D1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C7F49C-8CF0-43C9-8700-4725B972D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68BCB-277C-43AB-8136-EC3718EEBA1D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AEA528-28AF-4F1E-963E-98D0B7565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9542CE-CAD1-4DF4-99DE-4258C024F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96110-A34F-476F-AD24-C20E5707BC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12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089482D-134A-4D31-988A-4A6B02751A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4CEB8-72CC-45C9-84B7-4F01ABBADD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DejaVu Sans Condensed" panose="020B0606030804020204" pitchFamily="34" charset="0"/>
                <a:cs typeface="DejaVu Sans Condensed" panose="020B0606030804020204" pitchFamily="34" charset="0"/>
              </a:rPr>
              <a:t>Редактор фото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187691-12AF-4A40-BBE5-5E10CB98A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74687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Condensed" panose="020B0502040204020203" pitchFamily="34" charset="0"/>
                <a:ea typeface="DejaVu Sans Condensed" panose="020B0606030804020204" pitchFamily="34" charset="0"/>
                <a:cs typeface="DejaVu Sans Condensed" panose="020B0606030804020204" pitchFamily="34" charset="0"/>
              </a:rPr>
              <a:t>оконное приложение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6D99619-BDEE-4A0B-941A-5560C65E7FBB}"/>
              </a:ext>
            </a:extLst>
          </p:cNvPr>
          <p:cNvSpPr txBox="1">
            <a:spLocks/>
          </p:cNvSpPr>
          <p:nvPr/>
        </p:nvSpPr>
        <p:spPr>
          <a:xfrm>
            <a:off x="9763125" y="6021388"/>
            <a:ext cx="2295524" cy="67468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dirty="0">
                <a:solidFill>
                  <a:schemeClr val="bg1"/>
                </a:solidFill>
              </a:rPr>
              <a:t>Федоров Денис, </a:t>
            </a:r>
            <a:r>
              <a:rPr lang="en-US" dirty="0">
                <a:solidFill>
                  <a:schemeClr val="bg1"/>
                </a:solidFill>
              </a:rPr>
              <a:t>python 2.0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11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8ED8718-1201-4542-BCB5-4A77DBD6E5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38CB2-A04F-4142-9BDA-14973A49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О чем приложение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146A3E-92E5-43EB-87D6-54FC676DC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825625"/>
            <a:ext cx="1080135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Это приложение позволяет настраивать свойства картинки</a:t>
            </a:r>
            <a:r>
              <a:rPr lang="en-US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, </a:t>
            </a:r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такие как:</a:t>
            </a:r>
          </a:p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Яркость</a:t>
            </a:r>
          </a:p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Насыщенность</a:t>
            </a:r>
          </a:p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Контрастность</a:t>
            </a:r>
          </a:p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Поворот и отражение фото</a:t>
            </a:r>
          </a:p>
        </p:txBody>
      </p:sp>
    </p:spTree>
    <p:extLst>
      <p:ext uri="{BB962C8B-B14F-4D97-AF65-F5344CB8AC3E}">
        <p14:creationId xmlns:p14="http://schemas.microsoft.com/office/powerpoint/2010/main" val="1424341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99AA54-6E81-4AB4-B15D-DF3C82B0AE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0E2A6-8694-4D03-A96E-868282AD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Liberation Serif" panose="02020603050405020304" pitchFamily="18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Интерфейс</a:t>
            </a:r>
          </a:p>
        </p:txBody>
      </p:sp>
      <p:pic>
        <p:nvPicPr>
          <p:cNvPr id="6" name="Объект 5" descr="Изображение выглядит как снимок экрана, мультфильм, текст, искус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61624D3-D455-4ABA-A9A3-4163C926D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575" y="1863725"/>
            <a:ext cx="5128850" cy="4351338"/>
          </a:xfrm>
        </p:spPr>
      </p:pic>
    </p:spTree>
    <p:extLst>
      <p:ext uri="{BB962C8B-B14F-4D97-AF65-F5344CB8AC3E}">
        <p14:creationId xmlns:p14="http://schemas.microsoft.com/office/powerpoint/2010/main" val="1431120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B8A1D7A-FEBF-4330-B140-1EDA3B9CA6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35F0C-7D61-4CA4-9759-573C39F7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A670AE-670D-494F-A241-E8DD69BEA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Язык программирования: </a:t>
            </a:r>
            <a:r>
              <a:rPr lang="en-US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python</a:t>
            </a:r>
            <a:endParaRPr lang="ru-RU" dirty="0">
              <a:solidFill>
                <a:schemeClr val="bg1"/>
              </a:solidFill>
              <a:latin typeface="Bahnschrift SemiBold SemiConden" panose="020B0502040204020203" pitchFamily="34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Библиотеки</a:t>
            </a:r>
            <a:r>
              <a:rPr lang="en-US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: PyQt5, Pillow</a:t>
            </a:r>
            <a:endParaRPr lang="ru-RU" dirty="0">
              <a:solidFill>
                <a:schemeClr val="bg1"/>
              </a:solidFill>
              <a:latin typeface="Bahnschrift SemiBold SemiConden" panose="020B0502040204020203" pitchFamily="34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Среда разработки: </a:t>
            </a:r>
            <a:r>
              <a:rPr lang="en-US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PyCharm</a:t>
            </a:r>
            <a:endParaRPr lang="ru-RU" dirty="0">
              <a:solidFill>
                <a:schemeClr val="bg1"/>
              </a:solidFill>
              <a:latin typeface="Bahnschrift SemiBold SemiConden" panose="020B0502040204020203" pitchFamily="34" charset="0"/>
              <a:ea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25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70663F-F60C-44CB-B685-0B43938D70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BA962E-0AAE-4C7C-B08F-3C2D0413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  <a:ea typeface="Liberation Serif" panose="02020603050405020304" pitchFamily="18" charset="0"/>
                <a:cs typeface="Liberation Serif" panose="02020603050405020304" pitchFamily="18" charset="0"/>
              </a:rPr>
              <a:t>Код</a:t>
            </a:r>
          </a:p>
        </p:txBody>
      </p:sp>
      <p:pic>
        <p:nvPicPr>
          <p:cNvPr id="6" name="Объект 5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4A1B9D9-A845-4FA6-A8CC-AAC2778A4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67" y="1456531"/>
            <a:ext cx="2025308" cy="2561104"/>
          </a:xfrm>
        </p:spPr>
      </p:pic>
      <p:pic>
        <p:nvPicPr>
          <p:cNvPr id="8" name="Рисунок 7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B0B7B4C-899D-4765-96B6-2EEF10B0B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67" y="4017635"/>
            <a:ext cx="2847884" cy="2475240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69F65C7-90C4-4C80-A39F-BD8BD4DAC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134" y="233315"/>
            <a:ext cx="3364679" cy="1932082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C47C858-D269-4BB2-AF0A-CFECBD461F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053" y="2165397"/>
            <a:ext cx="3351760" cy="1937614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1BBE624-0860-4F47-A741-EB4B6AE526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053" y="4103011"/>
            <a:ext cx="2443178" cy="2475241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845CA6B-0525-448B-A957-4CA2C09AF1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501" y="233315"/>
            <a:ext cx="2825446" cy="2149844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4BA5E0D-306C-4686-A716-E789F0B2B7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501" y="2383159"/>
            <a:ext cx="2825446" cy="2149844"/>
          </a:xfrm>
          <a:prstGeom prst="rect">
            <a:avLst/>
          </a:prstGeom>
        </p:spPr>
      </p:pic>
      <p:pic>
        <p:nvPicPr>
          <p:cNvPr id="20" name="Рисунок 19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9DD69DD-09F4-46C4-AF77-009FD9F361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501" y="4499372"/>
            <a:ext cx="2825446" cy="1993503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30BF3FF-8601-410A-BDDA-8690BA37DA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853" y="230163"/>
            <a:ext cx="2219980" cy="159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4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C0D9598-60C3-695F-EF37-478823936D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F70B3-888B-4B35-9AB0-987D2ED7B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Будущее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A6D778-10EF-4D17-9414-5023E6652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Добавить больше функций</a:t>
            </a:r>
          </a:p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Возможно рисование на фото</a:t>
            </a:r>
          </a:p>
          <a:p>
            <a:endParaRPr lang="en-US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280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E29C08-084D-85B4-9CE0-D5AF087A96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96C5B-0746-4725-AACC-953174C4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Собственное впечатление от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31CDFF-B37D-4042-BEA5-4B6E199BA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Делать этот проект мне было довольно интересно.</a:t>
            </a:r>
          </a:p>
          <a:p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Некоторые части, например интерфейс, дались легко, некоторые части функционала посложнее.</a:t>
            </a:r>
          </a:p>
        </p:txBody>
      </p:sp>
    </p:spTree>
    <p:extLst>
      <p:ext uri="{BB962C8B-B14F-4D97-AF65-F5344CB8AC3E}">
        <p14:creationId xmlns:p14="http://schemas.microsoft.com/office/powerpoint/2010/main" val="133657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70EFA15-BCD0-E49A-7527-4427236471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D06C4-9DD5-4C01-924E-25C48BCF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880477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84</Words>
  <Application>Microsoft Office PowerPoint</Application>
  <PresentationFormat>Широкоэкранный</PresentationFormat>
  <Paragraphs>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Bahnschrift SemiBold Condensed</vt:lpstr>
      <vt:lpstr>Bahnschrift SemiBold SemiConden</vt:lpstr>
      <vt:lpstr>Calibri</vt:lpstr>
      <vt:lpstr>Calibri Light</vt:lpstr>
      <vt:lpstr>Liberation Serif</vt:lpstr>
      <vt:lpstr>Тема Office</vt:lpstr>
      <vt:lpstr>Редактор фото</vt:lpstr>
      <vt:lpstr>О чем приложение</vt:lpstr>
      <vt:lpstr>Интерфейс</vt:lpstr>
      <vt:lpstr>Инструменты</vt:lpstr>
      <vt:lpstr>Код</vt:lpstr>
      <vt:lpstr>Будущее проекта</vt:lpstr>
      <vt:lpstr>Собственное впечатление от проекта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приложения</dc:title>
  <dc:creator>Teacher</dc:creator>
  <cp:lastModifiedBy>PC</cp:lastModifiedBy>
  <cp:revision>6</cp:revision>
  <dcterms:created xsi:type="dcterms:W3CDTF">2026-05-17T12:17:42Z</dcterms:created>
  <dcterms:modified xsi:type="dcterms:W3CDTF">2026-05-23T17:29:22Z</dcterms:modified>
</cp:coreProperties>
</file>